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作業評分方式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3474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202609-Stat 統計學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準時交、每題都有寫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（寫錯也算）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1887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017520" y="100584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1F8A83"/>
          </a:solidFill>
          <a:ln w="12700">
            <a:solidFill>
              <a:srgbClr val="1F8A8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1051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答對比例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（部分正確算半題）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1887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577840" y="100584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051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例：5 題對 4 題 → 70 + 24 = 94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這些情況會影響分數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34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有題目沒寫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834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 × 作答題數 ÷ 總題數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（例：5 題寫 4 題 → 56）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1129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遲交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35112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週內最高 70，超過 2 週最高 60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（遲交不加答對分數）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879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空檔案／交錯作業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4187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3840480" cy="2240280"/>
          </a:xfrm>
          <a:prstGeom prst="roundRect">
            <a:avLst>
              <a:gd name="adj" fmla="val 4898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7492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繳交小提醒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297180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放進自己 repo 的 Homework/日期 資料夾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手寫請用掃描 App 轉 PDF，光線充足、整頁入鏡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每題標清楚題號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看不清楚的題目會請你重交，不會直接扣分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2026-09-19T06:46:11Z</dcterms:created>
  <dcterms:modified xsi:type="dcterms:W3CDTF">2026-09-19T06:46:11Z</dcterms:modified>
</cp:coreProperties>
</file>