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202609-Stat 統計學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作業評分方式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457200" y="123444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441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70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準時交、每題都有寫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（寫錯也算）</a:t>
            </a:r>
            <a:endParaRPr lang="en-US" sz="1400" dirty="0"/>
          </a:p>
        </p:txBody>
      </p:sp>
      <p:sp>
        <p:nvSpPr>
          <p:cNvPr id="6" name="Card 2"/>
          <p:cNvSpPr/>
          <p:nvPr/>
        </p:nvSpPr>
        <p:spPr>
          <a:xfrm>
            <a:off x="3429000" y="123444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441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30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× 答對比例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（部分正確算半題）</a:t>
            </a:r>
            <a:endParaRPr lang="en-US" sz="1400" dirty="0"/>
          </a:p>
        </p:txBody>
      </p:sp>
      <p:sp>
        <p:nvSpPr>
          <p:cNvPr id="9" name="Card 3"/>
          <p:cNvSpPr/>
          <p:nvPr/>
        </p:nvSpPr>
        <p:spPr>
          <a:xfrm>
            <a:off x="6400800" y="1234440"/>
            <a:ext cx="2286000" cy="1417320"/>
          </a:xfrm>
          <a:prstGeom prst="roundRect">
            <a:avLst>
              <a:gd name="adj" fmla="val 774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344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100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滿分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1600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+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1600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=</a:t>
            </a:r>
            <a:endParaRPr lang="en-US" sz="3600" dirty="0"/>
          </a:p>
        </p:txBody>
      </p:sp>
      <p:sp>
        <p:nvSpPr>
          <p:cNvPr id="14" name="Examples panel"/>
          <p:cNvSpPr/>
          <p:nvPr/>
        </p:nvSpPr>
        <p:spPr>
          <a:xfrm>
            <a:off x="457200" y="2926080"/>
            <a:ext cx="8229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加分算法：30 × (答對題數 + 0.5 × 部分正確題數) ÷ 總題數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題全對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474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70 + 30 = 100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94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題對 4 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794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70 + 24 = 94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114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題對 7 題、部分正確 1 題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70 + 22.5 = 92.5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繳交期限</a:t>
            </a:r>
            <a:endParaRPr lang="en-US" sz="3600" dirty="0"/>
          </a:p>
        </p:txBody>
      </p:sp>
      <p:sp>
        <p:nvSpPr>
          <p:cNvPr id="3" name="Deadline card 1"/>
          <p:cNvSpPr/>
          <p:nvPr/>
        </p:nvSpPr>
        <p:spPr>
          <a:xfrm>
            <a:off x="457200" y="1234440"/>
            <a:ext cx="3977640" cy="1554480"/>
          </a:xfrm>
          <a:prstGeom prst="roundRect">
            <a:avLst>
              <a:gd name="adj" fmla="val 705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上課週出的作業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下次上課 23:59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當天晚上 11:59 截止</a:t>
            </a:r>
            <a:endParaRPr lang="en-US" sz="1400" dirty="0"/>
          </a:p>
        </p:txBody>
      </p:sp>
      <p:sp>
        <p:nvSpPr>
          <p:cNvPr id="7" name="Deadline card 2"/>
          <p:cNvSpPr/>
          <p:nvPr/>
        </p:nvSpPr>
        <p:spPr>
          <a:xfrm>
            <a:off x="4709160" y="1234440"/>
            <a:ext cx="39776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影片作業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7373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兩週後 23:59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出作業後第 14 天晚上 11:59 截止</a:t>
            </a:r>
            <a:endParaRPr lang="en-US" sz="1400" dirty="0"/>
          </a:p>
        </p:txBody>
      </p:sp>
      <p:sp>
        <p:nvSpPr>
          <p:cNvPr id="11" name="Deadline notes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1546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每份作業的期限都是兩週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例：9/19 出的作業，期限是 10/03 23:59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以最後一次 commit 的時間為準，23:59 之後才上傳就算遲交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這些情況會影響分數</a:t>
            </a:r>
            <a:endParaRPr lang="en-US" sz="3600" dirty="0"/>
          </a:p>
        </p:txBody>
      </p:sp>
      <p:sp>
        <p:nvSpPr>
          <p:cNvPr id="3" name="Row 1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有題目沒寫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234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70 × 作答題數 ÷ 總題數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例：5 題寫 4 題 → 70 × 4 ÷ 5 = 56</a:t>
            </a:r>
            <a:endParaRPr lang="en-US" sz="1400" dirty="0"/>
          </a:p>
        </p:txBody>
      </p:sp>
      <p:sp>
        <p:nvSpPr>
          <p:cNvPr id="6" name="Row 2"/>
          <p:cNvSpPr/>
          <p:nvPr/>
        </p:nvSpPr>
        <p:spPr>
          <a:xfrm>
            <a:off x="457200" y="2121408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214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遲交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1214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不加答對分數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週內最高 70，超過 2 週最高 60</a:t>
            </a:r>
            <a:endParaRPr lang="en-US" sz="1400" dirty="0"/>
          </a:p>
        </p:txBody>
      </p:sp>
      <p:sp>
        <p:nvSpPr>
          <p:cNvPr id="9" name="Row 3"/>
          <p:cNvSpPr/>
          <p:nvPr/>
        </p:nvSpPr>
        <p:spPr>
          <a:xfrm>
            <a:off x="457200" y="3008376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0837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截止後修改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00837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已交過的作業，以截止時間當下的版本為準，不接受補寫或修改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完全沒交的人補交，算遲交</a:t>
            </a:r>
            <a:endParaRPr lang="en-US" sz="1400" dirty="0"/>
          </a:p>
        </p:txBody>
      </p:sp>
      <p:sp>
        <p:nvSpPr>
          <p:cNvPr id="12" name="Row 4"/>
          <p:cNvSpPr/>
          <p:nvPr/>
        </p:nvSpPr>
        <p:spPr>
          <a:xfrm>
            <a:off x="457200" y="3895344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89534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空檔案 / 交錯作業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89534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 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繳交規範</a:t>
            </a:r>
            <a:endParaRPr lang="en-US" sz="3600" dirty="0"/>
          </a:p>
        </p:txBody>
      </p:sp>
      <p:sp>
        <p:nvSpPr>
          <p:cNvPr id="3" name="Number 1"/>
          <p:cNvSpPr/>
          <p:nvPr/>
        </p:nvSpPr>
        <p:spPr>
          <a:xfrm>
            <a:off x="45720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放進自己 repo 的 Homework/日期 資料夾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179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日期是出作業的日期，例：9/19 出的作業放 Homework/0919</a:t>
            </a:r>
            <a:endParaRPr lang="en-US" sz="1400" dirty="0"/>
          </a:p>
        </p:txBody>
      </p:sp>
      <p:sp>
        <p:nvSpPr>
          <p:cNvPr id="7" name="Number 2"/>
          <p:cNvSpPr/>
          <p:nvPr/>
        </p:nvSpPr>
        <p:spPr>
          <a:xfrm>
            <a:off x="457200" y="1947672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8366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檔名寫上作業日期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例：HW-0919.pdf；PDF 或清楚的圖片都可以</a:t>
            </a:r>
            <a:endParaRPr lang="en-US" sz="1400" dirty="0"/>
          </a:p>
        </p:txBody>
      </p:sp>
      <p:sp>
        <p:nvSpPr>
          <p:cNvPr id="11" name="Number 3"/>
          <p:cNvSpPr/>
          <p:nvPr/>
        </p:nvSpPr>
        <p:spPr>
          <a:xfrm>
            <a:off x="457200" y="264261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786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手寫請用掃描 App 轉 PDF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9077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光線充足、整頁入鏡，不要裁到邊緣</a:t>
            </a:r>
            <a:endParaRPr lang="en-US" sz="1400" dirty="0"/>
          </a:p>
        </p:txBody>
      </p:sp>
      <p:sp>
        <p:nvSpPr>
          <p:cNvPr id="15" name="Number 4"/>
          <p:cNvSpPr/>
          <p:nvPr/>
        </p:nvSpPr>
        <p:spPr>
          <a:xfrm>
            <a:off x="457200" y="333756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735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每題標清楚題號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6027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例：§2.4 Q20，方便對照批改</a:t>
            </a:r>
            <a:endParaRPr lang="en-US" sz="1400" dirty="0"/>
          </a:p>
        </p:txBody>
      </p:sp>
      <p:sp>
        <p:nvSpPr>
          <p:cNvPr id="19" name="Number 5"/>
          <p:cNvSpPr/>
          <p:nvPr/>
        </p:nvSpPr>
        <p:spPr>
          <a:xfrm>
            <a:off x="457200" y="4032504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032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6849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看不清楚的題目會通知你重新上傳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297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不會直接扣分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成績與評語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截止後批改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以截止時間當下的版本為準，逐題給分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收到評語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346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成績與評語會以 Issue 發到你的 repo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有疑問就回覆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8346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直接在該 Issue 下回覆，說明是哪一題、哪裡有疑問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成績確定後不再重批，請在截止前交出最後版本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t Homework Rules">
  <a:themeElements>
    <a:clrScheme name="Stat Homework Rules">
      <a:dk1>
        <a:srgbClr val="1F3A4D"/>
      </a:dk1>
      <a:lt1>
        <a:srgbClr val="FFFFFF"/>
      </a:lt1>
      <a:dk2>
        <a:srgbClr val="1F8A84"/>
      </a:dk2>
      <a:lt2>
        <a:srgbClr val="F3F5F7"/>
      </a:lt2>
      <a:accent1>
        <a:srgbClr val="1F8A84"/>
      </a:accent1>
      <a:accent2>
        <a:srgbClr val="E07B39"/>
      </a:accent2>
      <a:accent3>
        <a:srgbClr val="E6F2F0"/>
      </a:accent3>
      <a:accent4>
        <a:srgbClr val="F3F5F7"/>
      </a:accent4>
      <a:accent5>
        <a:srgbClr val="1F3A4D"/>
      </a:accent5>
      <a:accent6>
        <a:srgbClr val="5B6B78"/>
      </a:accent6>
      <a:hlink>
        <a:srgbClr val="1F8A84"/>
      </a:hlink>
      <a:folHlink>
        <a:srgbClr val="5B6B78"/>
      </a:folHlink>
    </a:clrScheme>
    <a:fontScheme name="Stat Homework Rules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作業評分說明</dc:title>
  <dc:subject>PptxGenJS Presentation</dc:subject>
  <dc:creator>202609-Stat</dc:creator>
  <cp:lastModifiedBy>202609-Stat</cp:lastModifiedBy>
  <cp:revision>1</cp:revision>
  <dcterms:created xsi:type="dcterms:W3CDTF">2026-10-03T03:33:10Z</dcterms:created>
  <dcterms:modified xsi:type="dcterms:W3CDTF">2026-10-03T03:33:10Z</dcterms:modified>
</cp:coreProperties>
</file>